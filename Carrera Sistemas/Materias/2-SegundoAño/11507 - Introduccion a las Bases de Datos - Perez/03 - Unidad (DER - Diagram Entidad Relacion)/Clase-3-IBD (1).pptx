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0" r:id="rId3"/>
    <p:sldId id="334" r:id="rId4"/>
    <p:sldId id="335" r:id="rId5"/>
    <p:sldId id="336" r:id="rId6"/>
    <p:sldId id="337" r:id="rId7"/>
    <p:sldId id="339" r:id="rId8"/>
    <p:sldId id="338" r:id="rId9"/>
    <p:sldId id="327" r:id="rId10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19/4/2024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meet.jit.si/NykolaiPerezUNLa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rive.google.com/drive/folders/1d2NuLgnlOxbYPgDQgUX8Pwap14td6ABr?usp=shari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oin.slack.com/t/unlaintroducc-h043173/shared_invite/zt-2f6q5j66t-mogSZ1wXc7qWGOp72FWgsg" TargetMode="External"/><Relationship Id="rId5" Type="http://schemas.openxmlformats.org/officeDocument/2006/relationships/hyperlink" Target="mailto:nperez_dcao_smn@outlook.com" TargetMode="External"/><Relationship Id="rId10" Type="http://schemas.openxmlformats.org/officeDocument/2006/relationships/hyperlink" Target="https://docs.google.com/document/d/1I0NOGxg7edPDs2U79X3hLbGsA_vNzmPvMa_fIJuw1io/edit?usp=sharing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docs.google.com/document/d/1Afx2Rvph6fkJGVeyWlSwFmN64jjcjxiGAB4Zvb-9VHc/edit?usp=sharing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ampus.unla.edu.ar/aulas/mod/assign/view.php?id=534133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784247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 de texto 2">
            <a:extLst>
              <a:ext uri="{FF2B5EF4-FFF2-40B4-BE49-F238E27FC236}">
                <a16:creationId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400" b="1" dirty="0">
                <a:solidFill>
                  <a:srgbClr val="FFFFFF"/>
                </a:solidFill>
                <a:latin typeface="Calibri Light" panose="020F0302020204030204" pitchFamily="34" charset="0"/>
              </a:rPr>
              <a:t>Universidad Nacional de Lanús – Licenciatura en Sistemas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926" y="9865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1961148" y="4584032"/>
            <a:ext cx="80972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b="1" cap="all" dirty="0"/>
              <a:t>Introducción a base de datos</a:t>
            </a:r>
          </a:p>
          <a:p>
            <a:pPr algn="ctr"/>
            <a:endParaRPr lang="es-AR" sz="4000" b="1" cap="all" dirty="0"/>
          </a:p>
        </p:txBody>
      </p:sp>
      <p:pic>
        <p:nvPicPr>
          <p:cNvPr id="15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5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Introducción a BD – </a:t>
            </a:r>
            <a:r>
              <a:rPr lang="es-AR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Clase III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205728" y="1502662"/>
            <a:ext cx="107562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s-ES" sz="1400" b="1" i="0" dirty="0">
                <a:solidFill>
                  <a:srgbClr val="EF4540"/>
                </a:solidFill>
                <a:effectLst/>
                <a:highlight>
                  <a:srgbClr val="FFFFFF"/>
                </a:highlight>
                <a:latin typeface="Droid Sans"/>
              </a:rPr>
              <a:t>Docente: 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Nicolás Perez</a:t>
            </a: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Droid Sans"/>
              </a:rPr>
              <a:t>Contactos: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5"/>
              </a:rPr>
              <a:t>nperez_dcao_smn@outlook.com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 err="1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Slack</a:t>
            </a:r>
            <a:r>
              <a:rPr lang="es-ES" sz="1400" b="1" i="0" dirty="0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: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6"/>
              </a:rPr>
              <a:t>https://join.slack.com/t/unlaintroducc-h043173/shared_invite/zt-2f6q5j66t-mogSZ1wXc7qWGOp72FWgsg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FFCF35"/>
                </a:solidFill>
                <a:effectLst/>
                <a:highlight>
                  <a:srgbClr val="FFFFFF"/>
                </a:highlight>
                <a:latin typeface="Droid Sans"/>
              </a:rPr>
              <a:t>Lista de reproducción: 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 </a:t>
            </a:r>
            <a:r>
              <a:rPr lang="es-ES" sz="1400" b="1" i="0" dirty="0">
                <a:solidFill>
                  <a:srgbClr val="7D9FD3"/>
                </a:solidFill>
                <a:effectLst/>
                <a:highlight>
                  <a:srgbClr val="FFFFFF"/>
                </a:highlight>
                <a:latin typeface="Droid Sans"/>
              </a:rPr>
              <a:t> https://www.youtube.com/playlist?list=PLbwWly6AYXqfAvRqdIkHaAdH7Zcpn8wzV</a:t>
            </a:r>
            <a:b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</a:br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sz="1400" b="1" i="0" dirty="0">
                <a:solidFill>
                  <a:srgbClr val="AD529E"/>
                </a:solidFill>
                <a:effectLst/>
                <a:highlight>
                  <a:srgbClr val="FFFFFF"/>
                </a:highlight>
                <a:latin typeface="Droid Sans"/>
              </a:rPr>
              <a:t>Material digital:</a:t>
            </a:r>
            <a:r>
              <a:rPr lang="es-ES" sz="14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Droid Sans"/>
              </a:rPr>
              <a:t> </a:t>
            </a:r>
            <a:r>
              <a:rPr lang="es-ES" sz="1400" b="1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Droid Sans"/>
                <a:hlinkClick r:id="rId7"/>
              </a:rPr>
              <a:t>https://drive.google.com/drive/folders/1d2NuLgnlOxbYPgDQgUX8Pwap14td6ABr?usp=sharing</a:t>
            </a:r>
            <a:endParaRPr lang="es-ES" sz="1400" b="1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Droid Sans"/>
            </a:endParaRPr>
          </a:p>
          <a:p>
            <a:pPr algn="l" rtl="0"/>
            <a:endParaRPr lang="es-ES" sz="1400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r>
              <a:rPr lang="es-ES" sz="1400" b="0" i="0" dirty="0" err="1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Meet</a:t>
            </a:r>
            <a:r>
              <a:rPr lang="es-ES" sz="1400" b="0" i="0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: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 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8"/>
              </a:rPr>
              <a:t>https://meet.jit.si/NykolaiPerezUNLa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  (</a:t>
            </a:r>
            <a:r>
              <a:rPr lang="es-ES" sz="1400" b="0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Meet</a:t>
            </a: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 para las clases virtuales y de consulta)</a:t>
            </a:r>
            <a:br>
              <a:rPr lang="es-ES" sz="1400" dirty="0"/>
            </a:br>
            <a:br>
              <a:rPr lang="es-ES" sz="1400" dirty="0"/>
            </a:b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Apunte teórico: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9"/>
              </a:rPr>
              <a:t>https://docs.google.com/document/d/1Afx2Rvph6fkJGVeyWlSwFmN64jjcjxiGAB4Zvb-9VHc/edit?usp=sharing</a:t>
            </a:r>
            <a:endParaRPr lang="es-ES" sz="1400" b="0" i="0" u="none" strike="noStrike" dirty="0">
              <a:solidFill>
                <a:srgbClr val="51666C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br>
              <a:rPr lang="es-ES" sz="1400" dirty="0"/>
            </a:br>
            <a:r>
              <a:rPr lang="es-ES" sz="14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Apunte práctico: </a:t>
            </a:r>
            <a:r>
              <a:rPr lang="es-ES" sz="1400" b="0" i="0" u="none" strike="noStrike" dirty="0">
                <a:solidFill>
                  <a:srgbClr val="51666C"/>
                </a:solidFill>
                <a:effectLst/>
                <a:highlight>
                  <a:srgbClr val="FFFFFF"/>
                </a:highlight>
                <a:latin typeface="Lexend Deca"/>
                <a:hlinkClick r:id="rId10"/>
              </a:rPr>
              <a:t>https://docs.google.com/document/d/1I0NOGxg7edPDs2U79X3hLbGsA_vNzmPvMa_fIJuw1io/edit?usp=sharing</a:t>
            </a:r>
            <a:br>
              <a:rPr lang="es-ES" sz="1400" dirty="0"/>
            </a:br>
            <a:br>
              <a:rPr lang="es-ES" sz="1400" dirty="0"/>
            </a:br>
            <a:br>
              <a:rPr lang="es-ES" sz="1400" dirty="0"/>
            </a:br>
            <a: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  <a:t>Fechas claves, cursada de los Viernes 18hs: </a:t>
            </a:r>
            <a:b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</a:br>
            <a:r>
              <a:rPr lang="es-ES" sz="1400" b="1" i="1" dirty="0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Aula 11 del </a:t>
            </a:r>
            <a:r>
              <a:rPr lang="es-ES" sz="1400" b="1" i="1" dirty="0" err="1">
                <a:solidFill>
                  <a:srgbClr val="98CA3E"/>
                </a:solidFill>
                <a:effectLst/>
                <a:highlight>
                  <a:srgbClr val="FFFFFF"/>
                </a:highlight>
                <a:latin typeface="Lexend Deca"/>
              </a:rPr>
              <a:t>Hernandez</a:t>
            </a:r>
            <a:br>
              <a:rPr lang="es-ES" sz="1400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Lexend Deca"/>
              </a:rPr>
            </a:br>
            <a:r>
              <a:rPr lang="es-ES" sz="1400" b="1" i="1" dirty="0">
                <a:solidFill>
                  <a:srgbClr val="EF4540"/>
                </a:solidFill>
                <a:effectLst/>
                <a:highlight>
                  <a:srgbClr val="FFFFFF"/>
                </a:highlight>
                <a:latin typeface="Lexend Deca"/>
              </a:rPr>
              <a:t>75% Presencial - 25% Virtual!!!!</a:t>
            </a: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2719992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CC4769F-0EC4-F586-D08A-49695FB2C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611" y="1275141"/>
            <a:ext cx="6805690" cy="423909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240DD7E-D9F3-B782-6373-3008CCFB8B2E}"/>
              </a:ext>
            </a:extLst>
          </p:cNvPr>
          <p:cNvSpPr txBox="1"/>
          <p:nvPr/>
        </p:nvSpPr>
        <p:spPr>
          <a:xfrm>
            <a:off x="8558073" y="1349406"/>
            <a:ext cx="33557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…Enunciado…</a:t>
            </a:r>
          </a:p>
          <a:p>
            <a:endParaRPr lang="es-AR" dirty="0"/>
          </a:p>
          <a:p>
            <a:endParaRPr lang="es-AR" dirty="0"/>
          </a:p>
          <a:p>
            <a:r>
              <a:rPr lang="es-AR" dirty="0"/>
              <a:t>……………………………..</a:t>
            </a:r>
          </a:p>
          <a:p>
            <a:endParaRPr lang="es-AR" dirty="0"/>
          </a:p>
          <a:p>
            <a:r>
              <a:rPr lang="es-AR" dirty="0"/>
              <a:t>DC (Identificación </a:t>
            </a:r>
            <a:r>
              <a:rPr lang="es-AR" dirty="0">
                <a:solidFill>
                  <a:srgbClr val="FF0000"/>
                </a:solidFill>
              </a:rPr>
              <a:t>Entidades, atributos y relaciones</a:t>
            </a:r>
            <a:r>
              <a:rPr lang="es-AR" dirty="0"/>
              <a:t>)</a:t>
            </a:r>
          </a:p>
          <a:p>
            <a:r>
              <a:rPr lang="es-AR" dirty="0"/>
              <a:t>…………………………………………</a:t>
            </a:r>
          </a:p>
          <a:p>
            <a:endParaRPr lang="es-AR" dirty="0"/>
          </a:p>
          <a:p>
            <a:r>
              <a:rPr lang="es-AR" dirty="0"/>
              <a:t>DER – Modelado de BD</a:t>
            </a:r>
          </a:p>
          <a:p>
            <a:endParaRPr lang="es-AR" dirty="0"/>
          </a:p>
          <a:p>
            <a:r>
              <a:rPr lang="es-AR" dirty="0"/>
              <a:t>-----</a:t>
            </a:r>
          </a:p>
          <a:p>
            <a:r>
              <a:rPr lang="es-AR" dirty="0"/>
              <a:t>Codificación</a:t>
            </a:r>
          </a:p>
        </p:txBody>
      </p:sp>
    </p:spTree>
    <p:extLst>
      <p:ext uri="{BB962C8B-B14F-4D97-AF65-F5344CB8AC3E}">
        <p14:creationId xmlns:p14="http://schemas.microsoft.com/office/powerpoint/2010/main" val="104002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4461F63-E2DE-4C16-9FCA-3040A1237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4868" y="1689316"/>
            <a:ext cx="8210366" cy="261635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874539E-F5DB-B986-420C-7C474AAA0B95}"/>
              </a:ext>
            </a:extLst>
          </p:cNvPr>
          <p:cNvSpPr txBox="1"/>
          <p:nvPr/>
        </p:nvSpPr>
        <p:spPr>
          <a:xfrm>
            <a:off x="1748456" y="4714043"/>
            <a:ext cx="7377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Hasta ahora habíamos obtenido algo así, sigamos analizando y debatiendo las relaciones y normalización</a:t>
            </a:r>
          </a:p>
        </p:txBody>
      </p:sp>
    </p:spTree>
    <p:extLst>
      <p:ext uri="{BB962C8B-B14F-4D97-AF65-F5344CB8AC3E}">
        <p14:creationId xmlns:p14="http://schemas.microsoft.com/office/powerpoint/2010/main" val="3944694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15AD0F-8C0C-BB50-8984-8FA900097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3425"/>
            <a:ext cx="12192000" cy="5389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98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51A611-2D2B-43D2-9196-BD2B51A7B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384" y="1505775"/>
            <a:ext cx="9534277" cy="428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13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C32DB8-FFDE-951D-787C-74B84D2F3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314" y="1650103"/>
            <a:ext cx="10040645" cy="386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35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781048" y="95209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Esquemas y Diagramas - 3FN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20FBD5-E38A-317B-4022-7ED6DC2BE1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042"/>
          <a:stretch/>
        </p:blipFill>
        <p:spPr>
          <a:xfrm>
            <a:off x="1164034" y="1585623"/>
            <a:ext cx="10338852" cy="29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812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Mixta</a:t>
            </a:r>
          </a:p>
        </p:txBody>
      </p:sp>
      <p:sp>
        <p:nvSpPr>
          <p:cNvPr id="11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6844496" y="2467992"/>
            <a:ext cx="1051560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748456" y="132521"/>
            <a:ext cx="9754430" cy="819191"/>
          </a:xfrm>
          <a:prstGeom prst="rect">
            <a:avLst/>
          </a:prstGeom>
        </p:spPr>
        <p:txBody>
          <a:bodyPr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Tareas- Esquemas y Diagramas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64D4AF4-AB85-226E-81A1-A00BA09F60BF}"/>
              </a:ext>
            </a:extLst>
          </p:cNvPr>
          <p:cNvSpPr txBox="1"/>
          <p:nvPr/>
        </p:nvSpPr>
        <p:spPr>
          <a:xfrm>
            <a:off x="1617955" y="2173548"/>
            <a:ext cx="10196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rgbClr val="888888"/>
                </a:solidFill>
                <a:effectLst/>
                <a:highlight>
                  <a:srgbClr val="FFFFFF"/>
                </a:highlight>
                <a:latin typeface="Lexend Deca"/>
                <a:hlinkClick r:id="rId5"/>
              </a:rPr>
              <a:t>Entregar la actividad 4 y 4.02 </a:t>
            </a:r>
            <a:endParaRPr lang="es-ES" b="0" i="0" dirty="0">
              <a:solidFill>
                <a:srgbClr val="6A737B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b="0" i="0" dirty="0">
                <a:solidFill>
                  <a:srgbClr val="999999"/>
                </a:solidFill>
                <a:effectLst/>
                <a:highlight>
                  <a:srgbClr val="FFFFFF"/>
                </a:highlight>
                <a:latin typeface="Lexend Deca"/>
              </a:rPr>
              <a:t>En formato de diagrama conceptual y primeros pasos con DER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A462AE5-EB61-2BBC-90B9-77E114C866D8}"/>
              </a:ext>
            </a:extLst>
          </p:cNvPr>
          <p:cNvSpPr txBox="1"/>
          <p:nvPr/>
        </p:nvSpPr>
        <p:spPr>
          <a:xfrm>
            <a:off x="1617955" y="3355215"/>
            <a:ext cx="101960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b="1" i="0" u="none" strike="noStrike" dirty="0">
                <a:solidFill>
                  <a:schemeClr val="accent1"/>
                </a:solidFill>
                <a:effectLst/>
                <a:highlight>
                  <a:srgbClr val="FFFFFF"/>
                </a:highlight>
                <a:latin typeface="Lexend Deca"/>
              </a:rPr>
              <a:t>Para la próxima clase:</a:t>
            </a:r>
            <a:endParaRPr lang="es-ES" b="0" i="0" dirty="0">
              <a:solidFill>
                <a:schemeClr val="accent1"/>
              </a:solidFill>
              <a:effectLst/>
              <a:highlight>
                <a:srgbClr val="FFFFFF"/>
              </a:highlight>
              <a:latin typeface="Lexend Deca"/>
            </a:endParaRPr>
          </a:p>
          <a:p>
            <a:pPr algn="l" rtl="0"/>
            <a:r>
              <a:rPr lang="es-ES" dirty="0">
                <a:solidFill>
                  <a:srgbClr val="999999"/>
                </a:solidFill>
                <a:highlight>
                  <a:srgbClr val="FFFFFF"/>
                </a:highlight>
                <a:latin typeface="Lexend Deca"/>
              </a:rPr>
              <a:t>Construir el DC y DER del enunciado aéreo de este PPT, sobre ese mismo trabajaremos la próxima clase.</a:t>
            </a:r>
          </a:p>
          <a:p>
            <a:pPr algn="l" rtl="0"/>
            <a:endParaRPr lang="es-ES" b="0" i="0" dirty="0">
              <a:solidFill>
                <a:srgbClr val="999999"/>
              </a:solidFill>
              <a:effectLst/>
              <a:highlight>
                <a:srgbClr val="FFFFFF"/>
              </a:highlight>
              <a:latin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22332505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318</Words>
  <Application>Microsoft Office PowerPoint</Application>
  <PresentationFormat>Panorámica</PresentationFormat>
  <Paragraphs>48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Droid Sans</vt:lpstr>
      <vt:lpstr>Lexend Deca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Nicolas Perez</cp:lastModifiedBy>
  <cp:revision>69</cp:revision>
  <dcterms:created xsi:type="dcterms:W3CDTF">2020-03-19T18:50:23Z</dcterms:created>
  <dcterms:modified xsi:type="dcterms:W3CDTF">2024-04-19T23:20:13Z</dcterms:modified>
</cp:coreProperties>
</file>