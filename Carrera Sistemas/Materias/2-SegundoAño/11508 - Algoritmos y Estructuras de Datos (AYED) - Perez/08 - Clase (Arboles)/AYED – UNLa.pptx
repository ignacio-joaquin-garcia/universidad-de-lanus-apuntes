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2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63.10.22.82/OAS/AVL_Insercion/aplicacin_para_construir_un_rbol_avl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C08FB-172F-034F-3EC1-638CDD4EA1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AYED – </a:t>
            </a:r>
            <a:r>
              <a:rPr lang="es-AR" dirty="0" err="1"/>
              <a:t>UNLa</a:t>
            </a:r>
            <a:r>
              <a:rPr lang="es-AR" dirty="0"/>
              <a:t>	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E539AF-C776-5073-1631-E560A6BDA8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Licenciatura en sistemas</a:t>
            </a:r>
          </a:p>
        </p:txBody>
      </p:sp>
    </p:spTree>
    <p:extLst>
      <p:ext uri="{BB962C8B-B14F-4D97-AF65-F5344CB8AC3E}">
        <p14:creationId xmlns:p14="http://schemas.microsoft.com/office/powerpoint/2010/main" val="2948371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E8BF2-D911-8F6A-C6FB-F0EE0622C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Hasta el momento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79E6590-A1CA-9DA2-3AD9-CE69B7CD9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976656"/>
            <a:ext cx="5996225" cy="417918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3EAC17F-CFAD-0F60-FD0C-A0F9B553D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465" y="3337486"/>
            <a:ext cx="3667637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52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B7523-C248-7565-FB8F-BCAB64DA0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Volviendo a los principios</a:t>
            </a:r>
          </a:p>
        </p:txBody>
      </p:sp>
      <p:pic>
        <p:nvPicPr>
          <p:cNvPr id="6" name="Imagen 5" descr="Escala de tiempo&#10;&#10;Descripción generada automáticamente">
            <a:extLst>
              <a:ext uri="{FF2B5EF4-FFF2-40B4-BE49-F238E27FC236}">
                <a16:creationId xmlns:a16="http://schemas.microsoft.com/office/drawing/2014/main" id="{CE75DD58-1718-B98F-CF46-FD25C9AC1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395" y="2041236"/>
            <a:ext cx="6949210" cy="463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883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63E6B-6A63-94E2-AB6D-09B59835A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Concepto de arboles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F10A501-2E6E-7AAC-27A6-3BDFF01E3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2218171"/>
            <a:ext cx="7471844" cy="367823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93E3F93-5F1A-8098-0328-0E214B3FD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776" y="3234283"/>
            <a:ext cx="3273966" cy="19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55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66415E-15D8-7C1B-A219-247248B5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definiciones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F99BEA4-DA8F-3805-3551-130726AE07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1262" y="2070389"/>
            <a:ext cx="9043626" cy="4238048"/>
          </a:xfrm>
        </p:spPr>
      </p:pic>
    </p:spTree>
    <p:extLst>
      <p:ext uri="{BB962C8B-B14F-4D97-AF65-F5344CB8AC3E}">
        <p14:creationId xmlns:p14="http://schemas.microsoft.com/office/powerpoint/2010/main" val="162135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B5F0C-4A59-4FA2-AC55-571029F1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2D58348-5F60-F833-A834-7EB707BDD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895" y="2643043"/>
            <a:ext cx="4995605" cy="3009612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E875D92-5D8C-188D-740A-0A3378EDC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140" y="2369837"/>
            <a:ext cx="4942093" cy="355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1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78CB0-6627-F675-4E28-134C9018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817CF6C-81EC-7482-3662-C2AA1134C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778" y="2098098"/>
            <a:ext cx="6098300" cy="367823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0F9B19D-7E18-457C-C918-AE680695E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490" y="5654109"/>
            <a:ext cx="5725154" cy="71413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0CDBA82-B0CF-D445-C334-8F29448B1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326" y="4692189"/>
            <a:ext cx="4877481" cy="7144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1DF9D85-2195-3C36-39E4-E8EA6E835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326" y="2133810"/>
            <a:ext cx="3972225" cy="174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701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A2BF8-D992-AF82-36C1-BF10D0EE3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E9D9626-F3CE-83D5-6DB4-DCCBD41D4C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9469" y="2061152"/>
            <a:ext cx="8626418" cy="4191866"/>
          </a:xfrm>
        </p:spPr>
      </p:pic>
    </p:spTree>
    <p:extLst>
      <p:ext uri="{BB962C8B-B14F-4D97-AF65-F5344CB8AC3E}">
        <p14:creationId xmlns:p14="http://schemas.microsoft.com/office/powerpoint/2010/main" val="418396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C2E67-9064-08DD-0575-1865BA957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D1B3481-E7EB-DBBF-23D9-767ADCA893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963" y="2005734"/>
            <a:ext cx="6713883" cy="4238048"/>
          </a:xfrm>
        </p:spPr>
      </p:pic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52C5A31B-8847-F0B3-29B6-2A445451A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437" y="2384424"/>
            <a:ext cx="4472371" cy="259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65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8B63E-D82B-6FE5-7474-2ED4E0638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C2213CA-48F1-3A6C-F22F-004B1265F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1" y="2059674"/>
            <a:ext cx="4120333" cy="2567744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E5BDA47-38DC-18FC-2C24-AB05F1DE4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871" y="4409044"/>
            <a:ext cx="2075365" cy="21481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98E8CE7-5A49-E978-D062-D6B5A4EF3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605" y="1945441"/>
            <a:ext cx="4690322" cy="24636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5071337-704F-3C36-619F-551C49EF44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073" y="4500443"/>
            <a:ext cx="3336111" cy="205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97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28ECD-EBF0-89ED-2ECC-A188FD4D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Arboles </a:t>
            </a:r>
            <a:r>
              <a:rPr lang="es-AR" dirty="0" err="1"/>
              <a:t>avl</a:t>
            </a:r>
            <a:endParaRPr lang="es-AR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A3967DE-05CD-BFD8-B27C-5B95821C35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2390" y="2182812"/>
            <a:ext cx="5438418" cy="2492375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10F9DBA-2FBE-931C-FD32-72A4556EE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14" y="2242144"/>
            <a:ext cx="5226390" cy="105522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9408F70-4F5D-1419-6464-527A57ADE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517" y="3297367"/>
            <a:ext cx="3015084" cy="322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399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6F12C9-960F-F7B8-69DF-50418A26D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2314177-C8D8-BE98-23F1-9DD30DFF8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2264352"/>
            <a:ext cx="6995155" cy="3678238"/>
          </a:xfrm>
        </p:spPr>
      </p:pic>
    </p:spTree>
    <p:extLst>
      <p:ext uri="{BB962C8B-B14F-4D97-AF65-F5344CB8AC3E}">
        <p14:creationId xmlns:p14="http://schemas.microsoft.com/office/powerpoint/2010/main" val="3064574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25E23-887D-C67F-AA05-7B74935A1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Rotación simple a izquierda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1A4F55E-3912-DC0B-0E10-6C7D88FB8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8538" y="2273589"/>
            <a:ext cx="6615338" cy="3678238"/>
          </a:xfrm>
        </p:spPr>
      </p:pic>
    </p:spTree>
    <p:extLst>
      <p:ext uri="{BB962C8B-B14F-4D97-AF65-F5344CB8AC3E}">
        <p14:creationId xmlns:p14="http://schemas.microsoft.com/office/powerpoint/2010/main" val="4149405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5B357-8170-7921-2B40-D8063668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Rotación simple a derecha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76A32F-5F90-F13A-B178-571420C58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564120"/>
            <a:ext cx="4665511" cy="25779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C43790E-1B09-8F16-37D9-AA1489C21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470" y="2564120"/>
            <a:ext cx="5854935" cy="278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96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6706A-F3F5-30B3-8769-FD1C79B46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Rotación doble  izquierda&lt;-derecha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689B4DF-F573-BAE1-6EFE-3FE0E92CE5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234" y="2797452"/>
            <a:ext cx="4325369" cy="2344593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1C75B42-7F44-8B4C-2F3B-8240632F2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344" y="2482079"/>
            <a:ext cx="6431464" cy="265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1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D7C4A-0B1D-9563-2423-EFCE27599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Rotación doble derecha&lt;- izquierda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4254E93-56FE-E9EA-E650-9A5EE56F0F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420" y="2024496"/>
            <a:ext cx="6115981" cy="2051323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B2C09EC-9B40-F1B4-A739-256FF2A52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836" y="4078128"/>
            <a:ext cx="5681263" cy="257104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0575698-6C14-3D91-1DCE-839C1FBE72E8}"/>
              </a:ext>
            </a:extLst>
          </p:cNvPr>
          <p:cNvSpPr txBox="1"/>
          <p:nvPr/>
        </p:nvSpPr>
        <p:spPr>
          <a:xfrm>
            <a:off x="1209963" y="4618182"/>
            <a:ext cx="2484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accent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- Para practicar</a:t>
            </a:r>
            <a:endParaRPr lang="es-AR" dirty="0">
              <a:solidFill>
                <a:schemeClr val="accent6"/>
              </a:solidFill>
            </a:endParaRPr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4713605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56</TotalTime>
  <Words>42</Words>
  <Application>Microsoft Office PowerPoint</Application>
  <PresentationFormat>Panorámica</PresentationFormat>
  <Paragraphs>12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Gill Sans MT</vt:lpstr>
      <vt:lpstr>Wingdings 2</vt:lpstr>
      <vt:lpstr>Dividendo</vt:lpstr>
      <vt:lpstr>AYED – UNLa </vt:lpstr>
      <vt:lpstr>Hasta el momento</vt:lpstr>
      <vt:lpstr>Volviendo a los principios</vt:lpstr>
      <vt:lpstr>Concepto de arboles </vt:lpstr>
      <vt:lpstr>definiciones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Arboles avl</vt:lpstr>
      <vt:lpstr>Presentación de PowerPoint</vt:lpstr>
      <vt:lpstr>Rotación simple a izquierda</vt:lpstr>
      <vt:lpstr>Rotación simple a derecha</vt:lpstr>
      <vt:lpstr>Rotación doble  izquierda&lt;-derecha</vt:lpstr>
      <vt:lpstr>Rotación doble derecha&lt;- izquierda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AYED – UNLa </dc:title>
  <dc:creator>Nicolas Perez</dc:creator>
  <cp:lastModifiedBy>Nicolas Perez</cp:lastModifiedBy>
  <cp:revision>3</cp:revision>
  <dcterms:created xsi:type="dcterms:W3CDTF">2024-05-20T01:22:06Z</dcterms:created>
  <dcterms:modified xsi:type="dcterms:W3CDTF">2024-05-20T02:20:13Z</dcterms:modified>
</cp:coreProperties>
</file>