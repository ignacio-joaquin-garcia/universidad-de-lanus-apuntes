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1vcyZivuYJ6VTzwh+4ERZGVHq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36" Type="http://customschemas.google.com/relationships/presentationmetadata" Target="metadata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Mixta</a:t>
            </a:r>
            <a:endParaRPr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781048" y="95209"/>
            <a:ext cx="10515600" cy="81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 u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s-AR" sz="4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PROGRAMACION CONCURRENTE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38863" y="1215190"/>
            <a:ext cx="3071579" cy="340226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2339946" y="5143589"/>
            <a:ext cx="739780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0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PROGRAMACIÓN CONCURRENTE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81048" y="95209"/>
            <a:ext cx="10515600" cy="81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119611" y="997921"/>
            <a:ext cx="10681252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u="sng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HILOS: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DENTRO DE UN PROCESO PUEDEN EXISTIR VARIOS HILOS DE EJECUCIÓN.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DEFINE UN HILO COMO CADA SECUENCIA DE CONTROL DENTRO DE UN PROCESO QUE EJECUTA DENTRO DEL MISMO SUS INSTRUCCIOINES DE FORMA INDEPENDIENTE.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PROCESOS SON ENTIDADES PESADAS. LOS CAMBIOS DE CONTEXTO ENTRE PROCESOS SON COSTOSOS EN CUANTO A TIEMPO DE COMPUTACIÓN.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HILOS SON ENTIDADES LIGERAS QUE COMPARTEN LA INFORMACIÓN DEL PROCESO (CÓDIGO, DATOS, ETC.).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CAMBIOS DE CONTEXTO ENTRE HILOS CONSUMEN POCO TIEMPO DE PROCESADOR.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s-AR" sz="4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PROGRAMACION CONCURRENTE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781048" y="95209"/>
            <a:ext cx="10515600" cy="81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119611" y="997921"/>
            <a:ext cx="10681252" cy="44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 b="1" u="sng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NIVELES DE HILOS: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DOS NIVELES DE HILOS: HILOS DE USUARIO E HILOS DE SISTEMA.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HILOS DE USUARIO SON LOS CREADOS A RTAVÉS DE UN LENGUAJE DE PROGRAMACIÓN (COMO JAVA).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HILOS DE SISTEMA SON PROPIOS DEL SISTEMA OEPRATIVO Y SIRVEN DE SOPORTE A LOS HILOS DE USUARIO.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s-AR" sz="4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PROGRAMACION CONCURRENTE</a:t>
            </a:r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781048" y="95209"/>
            <a:ext cx="10515600" cy="81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119611" y="997921"/>
            <a:ext cx="1068125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u="sng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NIVELES DE HILOS (CONT.):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s-AR" sz="4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PROGRAMACION CONCURRENTE</a:t>
            </a:r>
            <a:endParaRPr/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8558" y="1432823"/>
            <a:ext cx="9024730" cy="4788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781048" y="95209"/>
            <a:ext cx="10515600" cy="81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119611" y="997921"/>
            <a:ext cx="10681252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u="sng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 HILOS: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SISTEMAS OPERATIVOS POSEEN PROCESADORES LÓGICOS, TAL QUE LOS HILOS DE USUARIO SE EJECUTAN EN ESTOS PROCESADORES LÓGICOS O LWP.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HAY DOS NIVELES DE PLANIFICACIÓN: </a:t>
            </a:r>
            <a:endParaRPr/>
          </a:p>
          <a:p>
            <a:pPr marL="800100" marR="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s-A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 NIVEL: ASIGNA LOS HILOS DE USUARIO A LOS PROCESADORES LÓGICOS.</a:t>
            </a:r>
            <a:endParaRPr/>
          </a:p>
          <a:p>
            <a:pPr marL="800100" marR="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s-A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SEGUNDO NIVEL: ASIGNA LOS PROCESADORES LÓGICOS A PROCESADORES FÍSICOS.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VARIANTES DE PLANIFICACIÓN SON:</a:t>
            </a:r>
            <a:endParaRPr/>
          </a:p>
          <a:p>
            <a:pPr marL="800100" marR="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s-A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MUCHOS HILOS EN UN PROCESADOR LÓGICO: MUCHOS A UNO.</a:t>
            </a:r>
            <a:endParaRPr/>
          </a:p>
          <a:p>
            <a:pPr marL="800100" marR="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s-A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HILO POR PROCESAADOR LÓGICO: UNO A UNO.</a:t>
            </a:r>
            <a:endParaRPr/>
          </a:p>
          <a:p>
            <a:pPr marL="800100" marR="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s-A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MUCHOS HILOS EN MUCHOS PROCESADORES LÓGICOS: MUCHOS A MUCHOS (ESTRICTO).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 UN MODELO DE DOS NIVELES MUCHOS A MUCHOS (NO ESTRICTO), DONDE EXISTE LA POSIBILIDAD DE ASIGNAR UN HILO ESPECÍFICO A UNPROCESADOR LÓGICO.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s-AR" sz="4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PROGRAMACION CONCURRENTE</a:t>
            </a:r>
            <a:endParaRPr/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048" y="6422"/>
            <a:ext cx="11410951" cy="90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198" y="1725"/>
            <a:ext cx="1076624" cy="1623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 Virtual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781048" y="95209"/>
            <a:ext cx="10515600" cy="81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119611" y="952674"/>
            <a:ext cx="1068125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u="sng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 HILOS: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s-AR" sz="4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PROGRAMACION CONCURRENTE</a:t>
            </a:r>
            <a:endParaRPr/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82541" y="1334313"/>
            <a:ext cx="8991475" cy="4989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Panorámica</PresentationFormat>
  <Paragraphs>47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Nicolas Perez</cp:lastModifiedBy>
  <cp:revision>1</cp:revision>
  <dcterms:created xsi:type="dcterms:W3CDTF">2020-03-19T18:50:23Z</dcterms:created>
  <dcterms:modified xsi:type="dcterms:W3CDTF">2024-04-10T00:49:07Z</dcterms:modified>
</cp:coreProperties>
</file>